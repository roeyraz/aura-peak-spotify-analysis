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Mega-Hits (&gt;80)</c:v>
                </c:pt>
              </c:strCache>
            </c:strRef>
          </c:tx>
          <c:spPr>
            <a:solidFill>
              <a:srgbClr val="2D1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Danceability</c:v>
                  </c:pt>
                  <c:pt idx="1">
                    <c:v>Energy</c:v>
                  </c:pt>
                  <c:pt idx="2">
                    <c:v>Valence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</c:v>
                </c:pt>
                <c:pt idx="1">
                  <c:v>0.67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Mid-Tier (≤80)</c:v>
                </c:pt>
              </c:strCache>
            </c:strRef>
          </c:tx>
          <c:spPr>
            <a:solidFill>
              <a:srgbClr val="8B7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Danceability</c:v>
                  </c:pt>
                  <c:pt idx="1">
                    <c:v>Energy</c:v>
                  </c:pt>
                  <c:pt idx="2">
                    <c:v>Valence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0.67</c:v>
                </c:pt>
                <c:pt idx="1">
                  <c:v>0.69</c:v>
                </c:pt>
                <c:pt idx="2">
                  <c:v>0.53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1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E7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4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on true hits</c:v>
                </c:pt>
              </c:strCache>
            </c:strRef>
          </c:tx>
          <c:spPr>
            <a:solidFill>
              <a:srgbClr val="FF5F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31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Threshold: Popularity ≥90</c:v>
                  </c:pt>
                  <c:pt idx="1">
                    <c:v>Threshold: Popularity ≥80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31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0"/>
        <c:axPos val="l"/>
        <c:majorGridlines>
          <c:spPr>
            <a:ln w="12700" cap="flat">
              <a:solidFill>
                <a:srgbClr val="E7E2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48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488"/>
                    </a:solidFill>
                    <a:latin typeface="Arial"/>
                  </a:rPr>
                  <a:t>Recall (%) on the rare-hit class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Makes a Track a Hit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(and What It Doesn't)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3703320"/>
            <a:ext cx="2926080" cy="0"/>
          </a:xfrm>
          <a:prstGeom prst="line">
            <a:avLst/>
          </a:prstGeom>
          <a:noFill/>
          <a:ln w="12700">
            <a:solidFill>
              <a:srgbClr val="8B7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8862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blueprint for the Aura Peak launch: which audio features to curate on, and where cheaper tracks can replace expensive mega-hits without losing the vibe.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Analyst, Content Strategy &amp; Curation  ·  Prepared for Elena (VP, Content Strategy) &amp; Marcus (Head of Licensing)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 is launching a new channel — and needs an evidence base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licenses and curates dynamic playlist channels for gyms, retail chains, and hospitality clients on a subscription model.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“Aura Peak” — a new high-intensity channel purpose-built for gyms and busy retail floors — launches next quarter.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423160"/>
            <a:ext cx="502920" cy="502920"/>
          </a:xfrm>
          <a:prstGeom prst="ellipse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Owners, Two Questions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(Content Strategy) needs the audio blueprint for the curation algorithm. Marcus (Licensing) needs to know if cheaper tracks can sound like the hits.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define “hit-worthy” well enough to automate curation — and to license cheaper sound-alikes instead of expensive mega-hits?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12700">
            <a:solidFill>
              <a:srgbClr val="8B7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losing the vibe clients are paying for.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1,437 unique tracks, deduplicated first — then matched to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1,686 → 1,437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deduped to unique tracks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audio features &amp; metadata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release date in the 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965960"/>
            <a:ext cx="6492240" cy="3794760"/>
          </a:xfrm>
          <a:prstGeom prst="roundRect">
            <a:avLst>
              <a:gd name="adj" fmla="val 1928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240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chosen to fit the question — not a generic pass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2889504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76148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to track grain first — or one playlisted hit skews every average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94960" y="3493008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3649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+ effect size — to tell real genre differences from noise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94960" y="4096512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96849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on acoustic features only — matches sound, not popularity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4960" y="4700016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4572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with explicit recall check — catches a model that just says “not a hit”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94960" y="5303520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517550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controlling for audio features — isolates a timing effect from an audio effect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Hits aren’t louder — they’re slightly less energetic than mid-tier tracks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87452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virtually identical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514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119.99 vs 120.07 BPM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818120" y="3291840"/>
            <a:ext cx="338328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35204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“louder and faster wins” pattern in this catalog. A curation filter built around raw intensity would be optimizing for the wrong signal.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features alone can’t predict a breakout hit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96596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26680" y="25877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99.6% accuracy, 0% recall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26680" y="31546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popularity ≥ 90 threshold — only 1 of 288 test tracks was an actual hit, so the model learned to guess “no” every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4297680"/>
            <a:ext cx="3474720" cy="0"/>
          </a:xfrm>
          <a:prstGeom prst="line">
            <a:avLst/>
          </a:prstGeom>
          <a:noFill/>
          <a:ln w="12700">
            <a:solidFill>
              <a:srgbClr val="4A3B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44805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bar to ≥80 gave more positive examples (59 of 288) — recall still only 3%.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cheaper acoustic twin exists — but “cheap” has a floor here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MEGA-HIT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“Die With A Smile”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Gaga, Bruno Mars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2860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ACOUSTIC MATCH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“Siento que merezco más”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75120" y="31089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MAFIA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6118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675120" y="42976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3017520"/>
            <a:ext cx="731520" cy="731520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4924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caveat: this dataset’s popularity floor is 68 — every “affordable” track here is still a globally-charting song, not an unknown artist. “Cheaper” means less mainstream, not actually cheap.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in this catalog isn’t driven by sound or timing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5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0.07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variance in popularity explained by audio features + release month, combined — even after finding statistically significant month effects.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2468880"/>
            <a:ext cx="0" cy="2743200"/>
          </a:xfrm>
          <a:prstGeom prst="line">
            <a:avLst/>
          </a:prstGeom>
          <a:noFill/>
          <a:ln w="12700">
            <a:solidFill>
              <a:srgbClr val="4A3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for the launch: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9260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is driven mostly by factors this dataset can’t see — artist reputation, marketing spend, cultural moment — not by acoustic intensity or release timing. That’s exactly why a rules-based curation filter will always underperform a human-reviewed similarity shortlist.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for launch — each with an owner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hard-filter Aura Peak’s algorithm on high energy/danceability.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297180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891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curating around a “loud = popular” assumption the data doesn’t support.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057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6517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sound-alike model as a candidate generator — human review before any client swap.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709160" y="4206240"/>
            <a:ext cx="297180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43891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 substitutes with near-identical acoustic profiles; the model is culture-blind by design.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057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26517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off on any auto-prediction filter for breakout hits.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503920" y="4206240"/>
            <a:ext cx="2971800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38912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recall is 3% — shipping it now risks missing the exact outcome it’s meant to catch.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DATA OR TIME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sharpen this before we scale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popularity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whether a track is rising, peaking, or declining — not just a single snapshot.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licensing cost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popularity-as-cost-proxy assumption with actual per-stream or per-license figures.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5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377440"/>
            <a:ext cx="502920" cy="502920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A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41248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unfiltered Spotify sample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dataset’s popularity floor is 68 — retest the classifier and the “universal formula” claim on a genuine full-range catalog.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 in reserve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359152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2128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table — genre effect on energy (mega-hits, p = 0.80, η² = 0.0009, n = 68)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980944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8346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classification reports — both popularity thresholds (≥90 and ≥80)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602736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45643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coefficient table — release-month effects, controlling for audio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224528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0782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efficiency ranking — SZA (79.8), Justin Timberlake (76.2), Kanye West (76.0)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846320"/>
            <a:ext cx="109728" cy="10972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7000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SQL correction — why averaging at track-playlist grain overweighted saturated tracks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Peak Sound Profile &amp; Licensing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Content Strategy &amp; Curation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2026-07-29T10:20:53Z</dcterms:created>
  <dcterms:modified xsi:type="dcterms:W3CDTF">2026-07-29T10:20:53Z</dcterms:modified>
</cp:coreProperties>
</file>